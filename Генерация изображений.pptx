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24E3B-3BA7-58D7-9DDB-4F9A2F3D6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BE4DFE-0717-C56D-8549-912901E6F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A49EB-D5B7-E15A-0D22-527C8B3B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E2DF95-8D91-1424-0A0E-3C4F9764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C2D4F6-2FE9-9BC0-CEF0-9BA00777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27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DCEFA-91E2-83C4-CD4C-7F257A84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C049A-3221-4794-BB23-14CB77B25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00985A-CE69-F5BC-89AB-8B7366EC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E9DCC-67F9-6CDE-B037-563C5289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3670E0-926D-D2E3-07FE-4D467A4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8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1CC64-C9E7-65A8-7F55-CC4B79DE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DE48A6-56B1-E1C1-CCB4-211566FAF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68BC9-4B10-1FBB-B6F7-9DEB9572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CAC81-60F5-DE63-F0E7-DEB32645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9B3A9A-172B-C52A-6902-5F9E87E5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90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DFE72-E7A9-80DA-3E95-86C97241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20F5F3-AE8A-8B50-5238-3ECEF58F7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FC4BD9-28E1-1AEB-3204-B9F7217F4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D7A081-013E-BAB3-7128-6507A1AA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BBED24-D0E6-7FC7-EA3B-B2F3A2DA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12CCD2-D1A4-0647-B4B0-385D61C6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72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DCDF3-C3CB-5FE5-8617-9FD795CF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968776-286D-C291-C7FE-F034921B0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B691C7-3BB0-93B8-918E-54AE51E86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5AAC56-F1A1-952F-A093-C70E17FBE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0CAF54-06C7-CF6E-2766-8424F819F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A1CBF8-4D19-31AA-B329-5FBBDAB6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6E9D302-5A79-B893-FA2F-66868BA1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AD61BE-1DD7-AABC-9F30-CDC79B55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53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B2379-692B-2158-1995-90E9BEFA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BCFB07-79AC-720A-7B5F-C211DDD5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DBDB28-3B6D-5004-A4BD-9B490886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8A0CD0-1482-4C99-AB3F-97E1FDD9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98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FBA22C-FD2D-F209-29BB-E10865F0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9C323B-3FB4-1B8F-26D3-FE181D55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5FD8F5-86BC-B612-37F3-53795237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16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67F5F-EEB0-B19D-2740-09EB2E4D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48DE2C-F27F-4A0E-A8BF-66D8A26E8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4A4CA8-DAAE-688D-1C12-CFBCD208C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DB589D-F560-2438-7B63-53562DB0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BDDDDA-A8A3-BF98-B114-EC54DC6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28D9AC-9AFC-9F89-3CC9-C0497AFF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65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58C05-4EDE-76C7-CB8E-61918207C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946B3E-AA07-4170-E5DD-5CAC16F48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ADE67D-4B53-40BD-22C9-9C14C8881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5EDC60-9256-BBE3-944C-10DC28A3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84A518-E588-2AA9-D42C-64B2E83B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FC2C4F-9641-5C8C-5DE1-BCDF4A42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02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2A967-AD1A-1EF6-9B85-8DC5E4DD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41C63F-5741-AF3E-D598-120F696DA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76BA7B-8A82-3D35-46C8-D64C047C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8D5BCA-7800-1A19-8996-9E3C91F8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7A6DDF-05D2-D62F-88BB-D4530F31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5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0CA8872-B86D-E7A7-B5A9-0452D422A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F6004F-E24D-3453-FE31-48C28430F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045136-4B44-D14F-504A-B4C09E3D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1F528B-1DD9-AC8F-76D6-D6628467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E74E7-B00B-B4A1-FF98-C8CE8CE2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80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0F5C9-5E02-6B8F-B660-573857C2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C88DF4-D1D1-2AAE-754D-C5DAA2C7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1EC76F-6B49-259C-EA92-A56E69748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8803D-8DE0-41E5-B1BC-D9588A8EBDA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D28361-84BC-7439-4FE0-784DFFED1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7C4A93-3A6E-EDF5-B903-5EE93C136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577B3-8553-4085-A8C3-34EF9B0DFA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2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4FC9A-922A-2A0E-6DF9-9EB3F7959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Генерация изображений</a:t>
            </a:r>
          </a:p>
        </p:txBody>
      </p:sp>
    </p:spTree>
    <p:extLst>
      <p:ext uri="{BB962C8B-B14F-4D97-AF65-F5344CB8AC3E}">
        <p14:creationId xmlns:p14="http://schemas.microsoft.com/office/powerpoint/2010/main" val="8203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17F18-097E-5395-E65D-ED967D2F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D0C50D-5079-2D61-AA79-D104E8954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Генерация по </a:t>
            </a:r>
            <a:r>
              <a:rPr lang="ru-RU" dirty="0" err="1"/>
              <a:t>промпту</a:t>
            </a:r>
            <a:endParaRPr lang="ru-RU" dirty="0"/>
          </a:p>
          <a:p>
            <a:r>
              <a:rPr lang="ru-RU" dirty="0"/>
              <a:t>Просмотр всех сгенерированных фото</a:t>
            </a:r>
          </a:p>
          <a:p>
            <a:r>
              <a:rPr lang="ru-RU" dirty="0"/>
              <a:t>Редактирование описание и прочее</a:t>
            </a:r>
          </a:p>
        </p:txBody>
      </p:sp>
    </p:spTree>
    <p:extLst>
      <p:ext uri="{BB962C8B-B14F-4D97-AF65-F5344CB8AC3E}">
        <p14:creationId xmlns:p14="http://schemas.microsoft.com/office/powerpoint/2010/main" val="3827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41F24-F94B-BB99-953F-78CD9D6A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по </a:t>
            </a:r>
            <a:r>
              <a:rPr lang="ru-RU" dirty="0" err="1"/>
              <a:t>промпту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4F8E93-3435-5F2A-04FA-7FAAF5FF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5" y="1540728"/>
            <a:ext cx="4510562" cy="30028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8DDAF0-E32B-90AD-2BFF-76FDBF490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903" y="1774657"/>
            <a:ext cx="6044066" cy="42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6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D1D43-E593-A12B-20BC-91FF244D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Просмотр всех фото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50C3E6-2DDA-0FD1-AF0F-582A0901C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9" y="1601089"/>
            <a:ext cx="10561720" cy="456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9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6FF16-50F9-E349-8159-ACED42DE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28433D-C01E-0DA6-D063-6F8012B0A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5776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Web – </a:t>
            </a:r>
            <a:r>
              <a:rPr lang="ru-RU" dirty="0"/>
              <a:t>основное приложение, обработка запросов пользователя.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Cloud function – </a:t>
            </a:r>
            <a:r>
              <a:rPr lang="ru-RU" dirty="0"/>
              <a:t>генерация изображений</a:t>
            </a:r>
          </a:p>
        </p:txBody>
      </p:sp>
      <p:pic>
        <p:nvPicPr>
          <p:cNvPr id="5" name="Рисунок 4" descr="Изображение выглядит как текст, диаграмма, снимок экран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02131AC1-DBDB-B0BB-A5C1-2BBAD3420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737" y="1825625"/>
            <a:ext cx="7500283" cy="318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1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F9F2E-1EC0-7837-53D0-B628FCE1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FB2B8-CF34-EE7D-A9DA-548B9C2D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IAM</a:t>
            </a:r>
          </a:p>
          <a:p>
            <a:r>
              <a:rPr lang="en-US" dirty="0"/>
              <a:t>VPC </a:t>
            </a:r>
            <a:r>
              <a:rPr lang="ru-RU" dirty="0"/>
              <a:t>(сеть, подсети)</a:t>
            </a:r>
            <a:endParaRPr lang="en-US" dirty="0"/>
          </a:p>
          <a:p>
            <a:r>
              <a:rPr lang="en-US" dirty="0"/>
              <a:t>YDB</a:t>
            </a:r>
          </a:p>
          <a:p>
            <a:r>
              <a:rPr lang="en-US" dirty="0"/>
              <a:t>Message Queue</a:t>
            </a:r>
          </a:p>
          <a:p>
            <a:r>
              <a:rPr lang="en-US" dirty="0"/>
              <a:t>Compute Cloud</a:t>
            </a:r>
            <a:r>
              <a:rPr lang="ru-RU" dirty="0"/>
              <a:t> (</a:t>
            </a:r>
            <a:r>
              <a:rPr lang="ru-RU" dirty="0" err="1"/>
              <a:t>вм</a:t>
            </a:r>
            <a:r>
              <a:rPr lang="ru-RU" dirty="0"/>
              <a:t>, группы </a:t>
            </a:r>
            <a:r>
              <a:rPr lang="ru-RU" dirty="0" err="1"/>
              <a:t>вм</a:t>
            </a:r>
            <a:r>
              <a:rPr lang="ru-RU" dirty="0"/>
              <a:t>, целевая группа)</a:t>
            </a:r>
            <a:endParaRPr lang="en-US" dirty="0"/>
          </a:p>
          <a:p>
            <a:r>
              <a:rPr lang="en-US" dirty="0"/>
              <a:t>Cloud Function</a:t>
            </a:r>
          </a:p>
          <a:p>
            <a:r>
              <a:rPr lang="en-US" dirty="0"/>
              <a:t>Cloud Trigger</a:t>
            </a:r>
          </a:p>
          <a:p>
            <a:r>
              <a:rPr lang="en-US" dirty="0"/>
              <a:t>Network Load Balancer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F6004D-EE55-311F-1076-4190DDF0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475" y="2455550"/>
            <a:ext cx="496321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468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Широкоэкранный</PresentationFormat>
  <Paragraphs>20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Генерация изображений</vt:lpstr>
      <vt:lpstr>Описание</vt:lpstr>
      <vt:lpstr>Генерация по промпту</vt:lpstr>
      <vt:lpstr>Просмотр всех фото</vt:lpstr>
      <vt:lpstr>Архитектура</vt:lpstr>
      <vt:lpstr>Ресурсы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Яковлев</dc:creator>
  <cp:lastModifiedBy>Алексей Яковлев</cp:lastModifiedBy>
  <cp:revision>1</cp:revision>
  <dcterms:created xsi:type="dcterms:W3CDTF">2025-12-10T17:02:10Z</dcterms:created>
  <dcterms:modified xsi:type="dcterms:W3CDTF">2025-12-10T17:03:50Z</dcterms:modified>
</cp:coreProperties>
</file>